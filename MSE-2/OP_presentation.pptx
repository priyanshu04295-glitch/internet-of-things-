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Aileron" panose="020B0604020202020204" charset="0"/>
      <p:regular r:id="rId3"/>
    </p:embeddedFont>
    <p:embeddedFont>
      <p:font typeface="Hagri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29085@outlook.com" userId="df34662e95fa3c4c" providerId="LiveId" clId="{90550280-C039-40B8-BD1E-9468BF76D6C3}"/>
    <pc:docChg chg="custSel modSld">
      <pc:chgData name="priyanshu29085@outlook.com" userId="df34662e95fa3c4c" providerId="LiveId" clId="{90550280-C039-40B8-BD1E-9468BF76D6C3}" dt="2026-04-28T09:47:57.638" v="23" actId="115"/>
      <pc:docMkLst>
        <pc:docMk/>
      </pc:docMkLst>
      <pc:sldChg chg="delSp modSp mod">
        <pc:chgData name="priyanshu29085@outlook.com" userId="df34662e95fa3c4c" providerId="LiveId" clId="{90550280-C039-40B8-BD1E-9468BF76D6C3}" dt="2026-04-28T09:47:57.638" v="23" actId="115"/>
        <pc:sldMkLst>
          <pc:docMk/>
          <pc:sldMk cId="0" sldId="256"/>
        </pc:sldMkLst>
        <pc:spChg chg="del">
          <ac:chgData name="priyanshu29085@outlook.com" userId="df34662e95fa3c4c" providerId="LiveId" clId="{90550280-C039-40B8-BD1E-9468BF76D6C3}" dt="2026-04-28T09:46:54.911" v="8" actId="21"/>
          <ac:spMkLst>
            <pc:docMk/>
            <pc:sldMk cId="0" sldId="256"/>
            <ac:spMk id="8" creationId="{00000000-0000-0000-0000-000000000000}"/>
          </ac:spMkLst>
        </pc:spChg>
        <pc:spChg chg="del">
          <ac:chgData name="priyanshu29085@outlook.com" userId="df34662e95fa3c4c" providerId="LiveId" clId="{90550280-C039-40B8-BD1E-9468BF76D6C3}" dt="2026-04-28T09:46:56.670" v="9" actId="21"/>
          <ac:spMkLst>
            <pc:docMk/>
            <pc:sldMk cId="0" sldId="256"/>
            <ac:spMk id="9" creationId="{00000000-0000-0000-0000-000000000000}"/>
          </ac:spMkLst>
        </pc:spChg>
        <pc:spChg chg="mod">
          <ac:chgData name="priyanshu29085@outlook.com" userId="df34662e95fa3c4c" providerId="LiveId" clId="{90550280-C039-40B8-BD1E-9468BF76D6C3}" dt="2026-04-28T09:46:48.177" v="6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priyanshu29085@outlook.com" userId="df34662e95fa3c4c" providerId="LiveId" clId="{90550280-C039-40B8-BD1E-9468BF76D6C3}" dt="2026-04-28T09:47:28.501" v="18" actId="115"/>
          <ac:spMkLst>
            <pc:docMk/>
            <pc:sldMk cId="0" sldId="256"/>
            <ac:spMk id="12" creationId="{00000000-0000-0000-0000-000000000000}"/>
          </ac:spMkLst>
        </pc:spChg>
        <pc:spChg chg="mod">
          <ac:chgData name="priyanshu29085@outlook.com" userId="df34662e95fa3c4c" providerId="LiveId" clId="{90550280-C039-40B8-BD1E-9468BF76D6C3}" dt="2026-04-28T09:47:32.123" v="19" actId="115"/>
          <ac:spMkLst>
            <pc:docMk/>
            <pc:sldMk cId="0" sldId="256"/>
            <ac:spMk id="13" creationId="{00000000-0000-0000-0000-000000000000}"/>
          </ac:spMkLst>
        </pc:spChg>
        <pc:spChg chg="mod">
          <ac:chgData name="priyanshu29085@outlook.com" userId="df34662e95fa3c4c" providerId="LiveId" clId="{90550280-C039-40B8-BD1E-9468BF76D6C3}" dt="2026-04-28T09:47:40.768" v="21" actId="1410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priyanshu29085@outlook.com" userId="df34662e95fa3c4c" providerId="LiveId" clId="{90550280-C039-40B8-BD1E-9468BF76D6C3}" dt="2026-04-28T09:47:51.035" v="22" actId="115"/>
          <ac:spMkLst>
            <pc:docMk/>
            <pc:sldMk cId="0" sldId="256"/>
            <ac:spMk id="15" creationId="{00000000-0000-0000-0000-000000000000}"/>
          </ac:spMkLst>
        </pc:spChg>
        <pc:spChg chg="mod">
          <ac:chgData name="priyanshu29085@outlook.com" userId="df34662e95fa3c4c" providerId="LiveId" clId="{90550280-C039-40B8-BD1E-9468BF76D6C3}" dt="2026-04-28T09:47:57.638" v="23" actId="115"/>
          <ac:spMkLst>
            <pc:docMk/>
            <pc:sldMk cId="0" sldId="256"/>
            <ac:spMk id="16" creationId="{00000000-0000-0000-0000-000000000000}"/>
          </ac:spMkLst>
        </pc:spChg>
        <pc:grpChg chg="mod">
          <ac:chgData name="priyanshu29085@outlook.com" userId="df34662e95fa3c4c" providerId="LiveId" clId="{90550280-C039-40B8-BD1E-9468BF76D6C3}" dt="2026-04-28T09:47:16.959" v="16" actId="1076"/>
          <ac:grpSpMkLst>
            <pc:docMk/>
            <pc:sldMk cId="0" sldId="256"/>
            <ac:grpSpMk id="2" creationId="{00000000-0000-0000-0000-000000000000}"/>
          </ac:grpSpMkLst>
        </pc:grpChg>
        <pc:grpChg chg="mod">
          <ac:chgData name="priyanshu29085@outlook.com" userId="df34662e95fa3c4c" providerId="LiveId" clId="{90550280-C039-40B8-BD1E-9468BF76D6C3}" dt="2026-04-28T09:47:15.390" v="15" actId="1076"/>
          <ac:grpSpMkLst>
            <pc:docMk/>
            <pc:sldMk cId="0" sldId="256"/>
            <ac:grpSpMk id="4" creationId="{00000000-0000-0000-0000-000000000000}"/>
          </ac:grpSpMkLst>
        </pc:grpChg>
        <pc:grpChg chg="mod">
          <ac:chgData name="priyanshu29085@outlook.com" userId="df34662e95fa3c4c" providerId="LiveId" clId="{90550280-C039-40B8-BD1E-9468BF76D6C3}" dt="2026-04-28T09:47:20.506" v="17" actId="1076"/>
          <ac:grpSpMkLst>
            <pc:docMk/>
            <pc:sldMk cId="0" sldId="256"/>
            <ac:grpSpMk id="6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6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860783" y="4000500"/>
            <a:ext cx="2980695" cy="3429194"/>
            <a:chOff x="0" y="0"/>
            <a:chExt cx="3974260" cy="457225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748" r="3748"/>
            <a:stretch>
              <a:fillRect/>
            </a:stretch>
          </p:blipFill>
          <p:spPr>
            <a:xfrm>
              <a:off x="0" y="0"/>
              <a:ext cx="3974260" cy="4572258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3411200" y="6001800"/>
            <a:ext cx="2917593" cy="3429194"/>
            <a:chOff x="0" y="0"/>
            <a:chExt cx="3890123" cy="4572258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7459" r="7459"/>
            <a:stretch>
              <a:fillRect/>
            </a:stretch>
          </p:blipFill>
          <p:spPr>
            <a:xfrm>
              <a:off x="0" y="0"/>
              <a:ext cx="3890123" cy="4572258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12267971" y="283976"/>
            <a:ext cx="5898288" cy="3996984"/>
            <a:chOff x="0" y="0"/>
            <a:chExt cx="7864383" cy="5329311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l="13107" r="13107"/>
            <a:stretch>
              <a:fillRect/>
            </a:stretch>
          </p:blipFill>
          <p:spPr>
            <a:xfrm>
              <a:off x="0" y="0"/>
              <a:ext cx="7864383" cy="5329311"/>
            </a:xfrm>
            <a:prstGeom prst="rect">
              <a:avLst/>
            </a:prstGeom>
          </p:spPr>
        </p:pic>
      </p:grpSp>
      <p:sp>
        <p:nvSpPr>
          <p:cNvPr id="10" name="Freeform 10"/>
          <p:cNvSpPr/>
          <p:nvPr/>
        </p:nvSpPr>
        <p:spPr>
          <a:xfrm>
            <a:off x="7559760" y="283976"/>
            <a:ext cx="4085294" cy="2951097"/>
          </a:xfrm>
          <a:custGeom>
            <a:avLst/>
            <a:gdLst/>
            <a:ahLst/>
            <a:cxnLst/>
            <a:rect l="l" t="t" r="r" b="b"/>
            <a:pathLst>
              <a:path w="4489850" h="3363054">
                <a:moveTo>
                  <a:pt x="0" y="0"/>
                </a:moveTo>
                <a:lnTo>
                  <a:pt x="4489850" y="0"/>
                </a:lnTo>
                <a:lnTo>
                  <a:pt x="4489850" y="3363054"/>
                </a:lnTo>
                <a:lnTo>
                  <a:pt x="0" y="33630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56188"/>
            <a:ext cx="7194013" cy="2872516"/>
            <a:chOff x="0" y="0"/>
            <a:chExt cx="9592017" cy="3830021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104775"/>
              <a:ext cx="9429696" cy="22976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000"/>
                </a:lnSpc>
              </a:pPr>
              <a:r>
                <a:rPr lang="en-US" sz="5000" u="sng" dirty="0">
                  <a:solidFill>
                    <a:srgbClr val="DD4912"/>
                  </a:solidFill>
                  <a:latin typeface="Hagrid"/>
                  <a:ea typeface="Hagrid"/>
                  <a:cs typeface="Hagrid"/>
                  <a:sym typeface="Hagrid"/>
                </a:rPr>
                <a:t>Multifunctional Robot Car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2321" y="2372696"/>
              <a:ext cx="9429696" cy="1457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320"/>
                </a:lnSpc>
              </a:pPr>
              <a:r>
                <a:rPr lang="en-US" sz="3600" u="sng" dirty="0">
                  <a:solidFill>
                    <a:srgbClr val="DD4912"/>
                  </a:solidFill>
                  <a:latin typeface="Aileron"/>
                  <a:ea typeface="Aileron"/>
                  <a:cs typeface="Aileron"/>
                  <a:sym typeface="Aileron"/>
                </a:rPr>
                <a:t>Web-Controlled + Obstacle Avoidance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1740" y="3235074"/>
            <a:ext cx="9022259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u="sng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Major components used</a:t>
            </a:r>
            <a:r>
              <a:rPr lang="en-US" sz="35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:-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ESP-8266 NODE-MCU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Ultrasonic Sensor(SR04)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Motor Driver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12 V battery</a:t>
            </a: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Car </a:t>
            </a:r>
            <a:r>
              <a:rPr lang="en-US" sz="3500" dirty="0" err="1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Chasis</a:t>
            </a:r>
            <a:endParaRPr lang="en-US" sz="3500" dirty="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  <a:p>
            <a:pPr algn="l">
              <a:lnSpc>
                <a:spcPts val="4200"/>
              </a:lnSpc>
            </a:pPr>
            <a:endParaRPr lang="en-US" sz="3500" dirty="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0" y="6797333"/>
            <a:ext cx="11841478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Functions</a:t>
            </a:r>
            <a:r>
              <a:rPr lang="en-US" sz="3000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:-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Controlled by smartphone using ESP-8266 </a:t>
            </a:r>
          </a:p>
          <a:p>
            <a:pPr marL="647703" lvl="1" indent="-323852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Automatically avoid obstacle when toggle mode is 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0" y="8635657"/>
            <a:ext cx="11841478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u="sng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Working</a:t>
            </a:r>
            <a:r>
              <a:rPr lang="en-US" sz="3000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:-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User → </a:t>
            </a:r>
            <a:r>
              <a:rPr lang="en-US" sz="3000" dirty="0" err="1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WiFi</a:t>
            </a:r>
            <a:r>
              <a:rPr lang="en-US" sz="3000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 → ESP8266 → Motor control</a:t>
            </a:r>
          </a:p>
          <a:p>
            <a:pPr algn="l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Hagrid"/>
                <a:ea typeface="Hagrid"/>
                <a:cs typeface="Hagrid"/>
                <a:sym typeface="Hagrid"/>
              </a:rPr>
              <a:t>Sensor → ESP8266 → Auto movement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Hagrid</vt:lpstr>
      <vt:lpstr>Aileron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Ivory Cozy Hip Travel Brand Guidelines Presentation</dc:title>
  <cp:lastModifiedBy>priyanshu29085@outlook.com</cp:lastModifiedBy>
  <cp:revision>1</cp:revision>
  <dcterms:created xsi:type="dcterms:W3CDTF">2006-08-16T00:00:00Z</dcterms:created>
  <dcterms:modified xsi:type="dcterms:W3CDTF">2026-04-28T09:48:00Z</dcterms:modified>
  <dc:identifier>DAHIIanugnU</dc:identifier>
</cp:coreProperties>
</file>